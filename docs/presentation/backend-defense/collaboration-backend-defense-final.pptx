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947855e9464216" /><Relationship Type="http://schemas.openxmlformats.org/officeDocument/2006/relationships/extended-properties" Target="/docProps/app.xml" Id="R7e18a7bb355f45e9" /><Relationship Type="http://schemas.openxmlformats.org/officeDocument/2006/relationships/officeDocument" Target="/ppt/presentation.xml" Id="Rd9e8843ea58844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1c29589f904a1c"/>
  </p:sldMasterIdLst>
  <p:notesMasterIdLst>
    <p:notesMasterId xmlns:r="http://schemas.openxmlformats.org/officeDocument/2006/relationships" r:id="R6e8c970a8880436d"/>
  </p:notesMasterIdLst>
  <p:sldIdLst>
    <p:sldId xmlns:r="http://schemas.openxmlformats.org/officeDocument/2006/relationships" id="256" r:id="R3ed286a0572349db"/>
    <p:sldId xmlns:r="http://schemas.openxmlformats.org/officeDocument/2006/relationships" id="257" r:id="R689bb62a188a445d"/>
    <p:sldId xmlns:r="http://schemas.openxmlformats.org/officeDocument/2006/relationships" id="258" r:id="R77553584656145d4"/>
    <p:sldId xmlns:r="http://schemas.openxmlformats.org/officeDocument/2006/relationships" id="259" r:id="R3eac30025c2a42e1"/>
    <p:sldId xmlns:r="http://schemas.openxmlformats.org/officeDocument/2006/relationships" id="260" r:id="R45c61499e695476e"/>
    <p:sldId xmlns:r="http://schemas.openxmlformats.org/officeDocument/2006/relationships" id="261" r:id="R7a5d57090bea4866"/>
    <p:sldId xmlns:r="http://schemas.openxmlformats.org/officeDocument/2006/relationships" id="262" r:id="R9cc8e2eda10348b0"/>
    <p:sldId xmlns:r="http://schemas.openxmlformats.org/officeDocument/2006/relationships" id="263" r:id="R63b2bdeca1ac4da7"/>
    <p:sldId xmlns:r="http://schemas.openxmlformats.org/officeDocument/2006/relationships" id="264" r:id="R79847ed4157a4f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c29589f904a1c" /><Relationship Type="http://schemas.openxmlformats.org/officeDocument/2006/relationships/theme" Target="/ppt/theme/theme1.xml" Id="R3edc5cbb0d8b4ef0" /><Relationship Type="http://schemas.openxmlformats.org/officeDocument/2006/relationships/notesMaster" Target="/ppt/notesMasters/notesMaster1.xml" Id="R6e8c970a8880436d" /><Relationship Type="http://schemas.openxmlformats.org/officeDocument/2006/relationships/presProps" Target="/ppt/presProps.xml" Id="Rc97e89a9047d45ab" /><Relationship Type="http://schemas.openxmlformats.org/officeDocument/2006/relationships/viewProps" Target="/ppt/viewProps.xml" Id="Rab021fd52f694663" /><Relationship Type="http://schemas.openxmlformats.org/officeDocument/2006/relationships/tableStyles" Target="/ppt/tableStyles.xml" Id="Re4204b2fa6164774" /><Relationship Type="http://schemas.openxmlformats.org/officeDocument/2006/relationships/slide" Target="/ppt/slides/slide1.xml" Id="R3ed286a0572349db" /><Relationship Type="http://schemas.openxmlformats.org/officeDocument/2006/relationships/slide" Target="/ppt/slides/slide2.xml" Id="R689bb62a188a445d" /><Relationship Type="http://schemas.openxmlformats.org/officeDocument/2006/relationships/slide" Target="/ppt/slides/slide3.xml" Id="R77553584656145d4" /><Relationship Type="http://schemas.openxmlformats.org/officeDocument/2006/relationships/slide" Target="/ppt/slides/slide4.xml" Id="R3eac30025c2a42e1" /><Relationship Type="http://schemas.openxmlformats.org/officeDocument/2006/relationships/slide" Target="/ppt/slides/slide5.xml" Id="R45c61499e695476e" /><Relationship Type="http://schemas.openxmlformats.org/officeDocument/2006/relationships/slide" Target="/ppt/slides/slide6.xml" Id="R7a5d57090bea4866" /><Relationship Type="http://schemas.openxmlformats.org/officeDocument/2006/relationships/slide" Target="/ppt/slides/slide7.xml" Id="R9cc8e2eda10348b0" /><Relationship Type="http://schemas.openxmlformats.org/officeDocument/2006/relationships/slide" Target="/ppt/slides/slide8.xml" Id="R63b2bdeca1ac4da7" /><Relationship Type="http://schemas.openxmlformats.org/officeDocument/2006/relationships/slide" Target="/ppt/slides/slide9.xml" Id="R79847ed4157a4f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37d03705d9d49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2f116d592946b5" /><Relationship Type="http://schemas.openxmlformats.org/officeDocument/2006/relationships/notesMaster" Target="/ppt/notesMasters/notesMaster1.xml" Id="R7468169597e243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db45a546894f3b" /><Relationship Type="http://schemas.openxmlformats.org/officeDocument/2006/relationships/notesMaster" Target="/ppt/notesMasters/notesMaster1.xml" Id="R40c3a8d6867145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41558c8c674ff6" /><Relationship Type="http://schemas.openxmlformats.org/officeDocument/2006/relationships/notesMaster" Target="/ppt/notesMasters/notesMaster1.xml" Id="Re3b101683a4540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0d3193ccbd4767" /><Relationship Type="http://schemas.openxmlformats.org/officeDocument/2006/relationships/notesMaster" Target="/ppt/notesMasters/notesMaster1.xml" Id="Re30378efdbe14f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fe0b4af4924a30" /><Relationship Type="http://schemas.openxmlformats.org/officeDocument/2006/relationships/notesMaster" Target="/ppt/notesMasters/notesMaster1.xml" Id="R08294030d3b848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fa87ca3114439d" /><Relationship Type="http://schemas.openxmlformats.org/officeDocument/2006/relationships/notesMaster" Target="/ppt/notesMasters/notesMaster1.xml" Id="R2939649fe22542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81a7b5a9444571" /><Relationship Type="http://schemas.openxmlformats.org/officeDocument/2006/relationships/notesMaster" Target="/ppt/notesMasters/notesMaster1.xml" Id="R14968027ba484a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4eab4da8db471d" /><Relationship Type="http://schemas.openxmlformats.org/officeDocument/2006/relationships/notesMaster" Target="/ppt/notesMasters/notesMaster1.xml" Id="R3a52b414509a4b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b6c54fb4de4bc0" /><Relationship Type="http://schemas.openxmlformats.org/officeDocument/2006/relationships/notesMaster" Target="/ppt/notesMasters/notesMaster1.xml" Id="R2ef40a04741040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4801d360348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edd4823f354113" /><Relationship Type="http://schemas.openxmlformats.org/officeDocument/2006/relationships/slideLayout" Target="/ppt/slideLayouts/slideLayout2.xml" Id="R9c50cd256f3148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50cd256f3148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4226f0ab244488" /><Relationship Type="http://schemas.openxmlformats.org/officeDocument/2006/relationships/notesSlide" Target="/ppt/notesSlides/notesSlide1.xml" Id="R53e4e6bc4cea4e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a3675926cb4008" /><Relationship Type="http://schemas.openxmlformats.org/officeDocument/2006/relationships/notesSlide" Target="/ppt/notesSlides/notesSlide2.xml" Id="R11e79cbac6b142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20964befa446d3" /><Relationship Type="http://schemas.openxmlformats.org/officeDocument/2006/relationships/notesSlide" Target="/ppt/notesSlides/notesSlide3.xml" Id="R516c58ce27764f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a6b5c6a8c84126" /><Relationship Type="http://schemas.openxmlformats.org/officeDocument/2006/relationships/notesSlide" Target="/ppt/notesSlides/notesSlide4.xml" Id="R8cc90a83370542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63ccd825d94e3e" /><Relationship Type="http://schemas.openxmlformats.org/officeDocument/2006/relationships/notesSlide" Target="/ppt/notesSlides/notesSlide5.xml" Id="R108b378d9ec74f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67ef651ba42a7" /><Relationship Type="http://schemas.openxmlformats.org/officeDocument/2006/relationships/notesSlide" Target="/ppt/notesSlides/notesSlide6.xml" Id="R1b0f3ad71a0c4a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5a9bf538684c90" /><Relationship Type="http://schemas.openxmlformats.org/officeDocument/2006/relationships/notesSlide" Target="/ppt/notesSlides/notesSlide7.xml" Id="R22933adc9ca840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dfb57ed174646" /><Relationship Type="http://schemas.openxmlformats.org/officeDocument/2006/relationships/notesSlide" Target="/ppt/notesSlides/notesSlide8.xml" Id="Rcc809f24fe7b4a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cbf7724f7b4836" /><Relationship Type="http://schemas.openxmlformats.org/officeDocument/2006/relationships/notesSlide" Target="/ppt/notesSlides/notesSlide9.xml" Id="R7567d6049ca74b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CACD34-828C-4F89-B6F6-DCB94EDF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B52D9-C338-42CF-BA2F-92FD7155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10791-773E-4EE0-B864-FCCBEB43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Система совместной работы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AFE7D-0CB4-443C-8F93-049CADE9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Защита backend-части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5933B-A6A8-4C85-842A-D3219DE9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.NET API, PostgreSQL, EF Core, JWT auth, REST API 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0184-8E6C-4175-96E1-57F9D22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F652A-0EAE-4905-A8C1-E6B75652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.NET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3F0B5-1299-47BD-A3BA-6143B490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338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659A6-5DC5-42F7-8BFB-B839B7F3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1005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6EA35-7006-4FBB-9A73-C1846987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338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6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3AC47-002B-4071-BB58-F2BE9A7F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 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5C9BF-45F7-409A-A4B5-520AA1D5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32F54-8276-4A9C-8D91-1D64D09E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100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 dev stand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30156-8432-458C-B60E-7F8B228A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2381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0966C-80CD-49C9-8E74-DDC56A8F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288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935FE-EB69-4598-BB76-633EEA6E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152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6EAE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6EAEE"/>
                </a:solidFill>
                <a:latin typeface="Aptos"/>
                <a:ea typeface="Aptos"/>
                <a:cs typeface="Aptos"/>
              </a:rPr>
              <a:t>контракт API</a:t>
            </a:r>
          </a:p>
          <a:p xmlns:a="http://schemas.openxmlformats.org/drawingml/2006/main">
            <a:pPr algn="l">
              <a:defRPr sz="1125" b="0">
                <a:solidFill>
                  <a:srgbClr val="E6EAE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6EAEE"/>
                </a:solidFill>
                <a:latin typeface="Aptos"/>
                <a:ea typeface="Aptos"/>
                <a:cs typeface="Aptos"/>
              </a:rPr>
              <a:t>бизнес-правила</a:t>
            </a:r>
          </a:p>
          <a:p xmlns:a="http://schemas.openxmlformats.org/drawingml/2006/main">
            <a:pPr algn="l">
              <a:defRPr sz="1125" b="0">
                <a:solidFill>
                  <a:srgbClr val="E6EAE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6EAEE"/>
                </a:solidFill>
                <a:latin typeface="Aptos"/>
                <a:ea typeface="Aptos"/>
                <a:cs typeface="Aptos"/>
              </a:rPr>
              <a:t>данные</a:t>
            </a:r>
          </a:p>
          <a:p xmlns:a="http://schemas.openxmlformats.org/drawingml/2006/main">
            <a:pPr algn="l">
              <a:defRPr sz="1125" b="0">
                <a:solidFill>
                  <a:srgbClr val="E6EAE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6EAEE"/>
                </a:solidFill>
                <a:latin typeface="Aptos"/>
                <a:ea typeface="Aptos"/>
                <a:cs typeface="Aptos"/>
              </a:rPr>
              <a:t>авторизация</a:t>
            </a:r>
          </a:p>
          <a:p xmlns:a="http://schemas.openxmlformats.org/drawingml/2006/main">
            <a:pPr algn="l">
              <a:defRPr sz="1125" b="0">
                <a:solidFill>
                  <a:srgbClr val="E6EAE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6EAEE"/>
                </a:solidFill>
                <a:latin typeface="Aptos"/>
                <a:ea typeface="Aptos"/>
                <a:cs typeface="Aptos"/>
              </a:rPr>
              <a:t>демо-стенд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AA9C0-2EB8-4F9E-A25A-754E5801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CollaborationSystem / 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4D35F6-BDA5-452D-95DF-573295BC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10470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465A37-831C-491F-BF79-9CBA206C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1BD43-8930-48EA-B628-98CFD0C4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5DEC3-D2C9-48CC-913B-B961A475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6B70"/>
                </a:solidFill>
                <a:latin typeface="Aptos"/>
                <a:ea typeface="Aptos"/>
                <a:cs typeface="Aptos"/>
              </a:rPr>
              <a:t>РОЛЬ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F9783-777B-4E6A-A482-4680BF8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AE4D6-C6F2-4267-B808-1463A7D1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B70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6B7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2807A-5A2A-49C3-8EC0-3135070E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Backend задает правила совместной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7E249-B9A9-491F-B4E4-076E702F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Это не просто набор endpoints: сервер управляет доступом, проектами, предложениями, голосами, комментариями и черновиками.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C16C0-1355-4A9D-B1BC-CB126A3F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E7C86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0E7C86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2A0C2-9FAE-46C7-8639-1ED00EB4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слоя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E4EDA-9738-4002-B7FB-93B59BB3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Api / Application / Domain / Infrastructure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E5D5A-E511-4BDD-92DB-A9691371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8892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D8892B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48E6F-D9A1-4C11-A2F3-2437FD21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52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сущностей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9D35A-B46A-4ADE-A1AD-BB424294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Users, Projects, Members, Suggestions, Votes, Comments, Drafts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4FC8E-71FF-4BE5-8685-83EF94B1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C5523D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C5523D"/>
                </a:solidFill>
                <a:latin typeface="Georgia"/>
                <a:ea typeface="Georgia"/>
                <a:cs typeface="Georgia"/>
              </a:rPr>
              <a:t>JWT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38B3F-574E-42FA-80CF-FB512665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52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авторизация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E8478-ADB7-4CDA-95A4-A92802B1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19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access token + refresh token в httpOnly cookie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105A2-29EA-47FE-B126-52B560A4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4D865C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4D865C"/>
                </a:solidFill>
                <a:latin typeface="Georgia"/>
                <a:ea typeface="Georgia"/>
                <a:cs typeface="Georgia"/>
              </a:rPr>
              <a:t>EF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6B11F-2F71-42E1-9D33-3A924BB9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хранение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8CB05-1041-483C-ACE8-EAB8B54E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PostgreSQL, migrations, 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F37CA-0EAB-495C-8443-6F1DECCC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14400"/>
            <a:ext cx="1714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D63FB-7497-4765-93D2-082D8EA5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192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 API v1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0E9F4-042B-4329-9E2E-C1A0594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573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6EAE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6EAEE"/>
                </a:solidFill>
                <a:latin typeface="Aptos Mono"/>
                <a:ea typeface="Aptos Mono"/>
                <a:cs typeface="Aptos Mono"/>
              </a:rPr>
              <a:t>/auth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DA4A2-C5CE-456E-9129-90CD7E4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6EAE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6EAEE"/>
                </a:solidFill>
                <a:latin typeface="Aptos Mono"/>
                <a:ea typeface="Aptos Mono"/>
                <a:cs typeface="Aptos Mono"/>
              </a:rPr>
              <a:t>/projects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D8A27-BA30-4364-814E-96544B77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145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7C873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7C873"/>
                </a:solidFill>
                <a:latin typeface="Aptos Mono"/>
                <a:ea typeface="Aptos Mono"/>
                <a:cs typeface="Aptos Mono"/>
              </a:rPr>
              <a:t>/suggestions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8C360-7558-4E33-9F73-8DE88AD2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E6EAE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E6EAEE"/>
                </a:solidFill>
                <a:latin typeface="Aptos Mono"/>
                <a:ea typeface="Aptos Mono"/>
                <a:cs typeface="Aptos Mono"/>
              </a:rPr>
              <a:t>/comments</a:t>
            </a:r>
          </a:p>
        </p:txBody>
      </p:sp>
    </p:spTree>
    <p:extLst>
      <p:ext uri="{BB962C8B-B14F-4D97-AF65-F5344CB8AC3E}">
        <p14:creationId xmlns:p14="http://schemas.microsoft.com/office/powerpoint/2010/main" val="6538549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4578AB-973F-45C1-9F0B-D125FDCC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5AC94-4F35-44EA-B025-6A8F6BC0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B5E27-5906-45FB-8809-D42C64E9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6B70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986A9-F7A3-4048-804D-644961D3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21941-1C43-4630-9E45-EE10C1C0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B70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6B7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95039-B2E2-41DF-9799-4D3928D8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Слои делают backend понятным и расширяемым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FE49E-0FCB-4DB3-BAF0-4529801A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Каждый слой отвечает за свою часть: HTTP-контракт, сценарии приложения, доменную модель и инфраструктуру.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0F64F-06D7-4096-B7CD-85AC2D57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28D13-4333-427E-8B06-97121902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EED10-EAE1-4DA9-ACE5-EEA2889F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E9E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67558-41FC-474D-A3C8-7BBD02B0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8130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Controllers, Swagger, CORS, ProblemDetails, health check. Слой принимает HTTP и возвращает единый JSON-контракт.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3551A-778B-4FB0-8953-91D538F5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72E20-D04D-43A6-814F-93CA4018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216E5-B33A-406D-96BD-DDD28639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713A5-7CC7-4BE0-9821-59DD0F2A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0045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DTOs, FluentValidation и интерфейсы сервисов. Здесь фиксируются входные/выходные модели сценариев.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284C5-79C3-4428-AFA6-1FEF16FC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72A3A-38CD-4C9F-B26B-E8A8E8B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70359B-1F03-4275-830D-1E4AE966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89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892B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4CB2A-BF4A-4F44-A1EE-9BAC4A08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1960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Entities и enums: Project, ProjectMember, Suggestion, Vote, Comment, Draft, RefreshSession.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0E5F1-2970-4541-8190-7DC5F2F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8981D-9AD2-416E-BE8D-6262271A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97FD2-2032-4C75-814F-DD16210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552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5523D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06963-CED5-47EA-8479-629EFECC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3875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EF Core, PostgreSQL, Identity, JWT, refresh sessions и конкретные реализации сервисов.</a:t>
            </a:r>
          </a:p>
        </p:txBody>
      </p:sp>
    </p:spTree>
    <p:extLst>
      <p:ext uri="{BB962C8B-B14F-4D97-AF65-F5344CB8AC3E}">
        <p14:creationId xmlns:p14="http://schemas.microsoft.com/office/powerpoint/2010/main" val="4388859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69FC4-F195-4778-8386-5637253A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AB58A-2FC6-42AE-871F-9F066FF7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EB5E1-6F8D-4ED4-9E84-AD3614E7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6B70"/>
                </a:solidFill>
                <a:latin typeface="Aptos"/>
                <a:ea typeface="Aptos"/>
                <a:cs typeface="Aptos"/>
              </a:rPr>
              <a:t>API-КОНТРАКТ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38397-1053-47EA-8B5D-20EFF307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C8FD5-1930-4331-97E1-FDEB6E9B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B70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6B7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D91F2-57B2-4759-A18A-D6536ABF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API сделан предсказуемым для frontend и тестирования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235E7-7114-4819-BA1F-4CA4687A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REST API v1 использует единые правила формата данных, ошибок, пагинации и авторизации.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E2B51-5773-46DB-8635-1C1AF307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695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AAE5E-63D4-4F1D-AAF9-00B50B07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6B654-B275-413C-9539-0D353C16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C5523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C5523D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EAC47-1A4D-436F-A5C9-FD637EAF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login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refresh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logout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CF5BF-2ECE-480B-847E-0EA5FC6B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695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751CA-7082-4728-BCFB-9E15CBE3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B1AD7-CE98-4F80-A56C-F02CD457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F5E9E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F5E9E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EA49D-A28F-4D49-B304-F94B0E72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list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create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details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settings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A7A2E-3521-4039-B29F-8472B3B2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1695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314B9-E608-4CFC-92D8-CD401CA4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6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F7E4F-ECB7-4546-A176-FE452CD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D865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D865C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F4EF1B-21B5-4ABE-8117-9B838503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24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add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role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remove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E8ADEA-6943-42EA-A959-6809B80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1695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C8B4B-03B3-4911-B06B-9A6A1DDD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813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53E37-4019-447D-9947-A461C7EC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D8892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D8892B"/>
                </a:solidFill>
                <a:latin typeface="Aptos"/>
                <a:ea typeface="Aptos"/>
                <a:cs typeface="Aptos"/>
              </a:rPr>
              <a:t>Suggestions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5ACA2-56E7-474B-94A8-B4D7F9F9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list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create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status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vote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FF325-6D7A-4BD6-8ED9-B86E5D3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1695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C5BA4-1978-4223-BAD6-A13366A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3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CA2A28-58B9-4438-B13B-86DD5FE2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67538D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67538D"/>
                </a:solidFill>
                <a:latin typeface="Aptos"/>
                <a:ea typeface="Aptos"/>
                <a:cs typeface="Aptos"/>
              </a:rPr>
              <a:t>Comments / Drafts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3630F7-B71E-4E21-9EEE-7419DFC5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2425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comments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upsert draft</a:t>
            </a:r>
          </a:p>
          <a:p xmlns:a="http://schemas.openxmlformats.org/drawingml/2006/main">
            <a:pPr algn="l">
              <a:def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delete draft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FC18A7-FE7A-458E-BAE2-35240014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A6C80-6CAB-4782-B546-A7B07763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camelCase 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9DCC9-2985-490E-89E4-89FB4A79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261025-CA17-4493-9C6D-48867331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29200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string enums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A701D-F4C2-4ED6-8675-F97B587D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53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A5AFF3-FB9B-48BE-BB71-05C10760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292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ProblemDetails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6820E4-22D1-42AA-9CED-AF72028E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530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C810D-5A4E-4BFC-831F-825DDC5C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292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Swagger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3E66FB-D904-4CFA-8822-7516AF7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D0F5A6-BA48-4F2C-B063-9C5AA95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3B65F2-4B82-4D08-80A6-CB6EE3B7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67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ADA786-CA80-4F89-ABA2-F3CAD4AD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911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FluentValidation отсекает некорректные запросы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FD0E36-B4DA-4EDC-9500-E939E48E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E3D9B7-3BB8-4495-B23D-D7FE1632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578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Пагинация и сортировка едины для списков</a:t>
            </a:r>
          </a:p>
        </p:txBody>
      </p:sp>
    </p:spTree>
    <p:extLst>
      <p:ext uri="{BB962C8B-B14F-4D97-AF65-F5344CB8AC3E}">
        <p14:creationId xmlns:p14="http://schemas.microsoft.com/office/powerpoint/2010/main" val="8806113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CD1C23-2BEF-40BC-B060-4BE21EF2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C61B9-A55D-460A-929A-3307DE9C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92B07-C448-4382-87AC-170D8E67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6B70"/>
                </a:solidFill>
                <a:latin typeface="Aptos"/>
                <a:ea typeface="Aptos"/>
                <a:cs typeface="Aptos"/>
              </a:rPr>
              <a:t>AUTH И БЕЗОПАСНОСТЬ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78651-48D6-496B-AEF4-C28061E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0E42B-F662-4955-A425-2198703D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B70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6B70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4A090-B5A3-4896-A26C-9777A626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Refresh token остается под контролем сервера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C1F97-5B80-4EE0-939C-EDFEF49C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Клиент получает короткий access token, а refresh token хранится в httpOnly cookie и проверяется через серверную сессию.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F47D2-4D30-43EA-9CC2-B19E8C6E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6057F-9B00-404F-95D5-5295D88A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4F349-63B3-422B-9B1D-BDF47370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5E9E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F5E9E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81A87-C35B-4329-9D43-FDDA38D1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A20B5-8746-451D-BA83-5161FE98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Проверка email и password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5526A-6B76-4417-8097-52A6511C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780A6-6275-403F-AA4B-6DFFF65F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D3CD6-142F-49F2-9BC8-2BDD4CAD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7C86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0E7C86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1E98A-B8D4-450C-9002-F3A55915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Access 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EDD69-64EB-449B-A825-AF3FF2BE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JWT для защищенных endpoints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BAD94-EB21-4DDD-B830-47A8F871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A416B-8BF3-4D08-B0A9-685EF746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D815C-04F6-4C27-94BA-3E82296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892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D8892B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9E043-8957-45C7-9A32-9AA99E14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623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Refresh cookie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2C492-238C-4390-814D-7A9ADABC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624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HttpOnly, SameSite=Lax, path /api/v1/auth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43908-C830-4971-B459-F764E792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E25544-31C5-49FD-AAF6-50452B92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6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CD2BA-1FCD-46B1-BB0C-2EA8CCBE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D865C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4D865C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84F81-DA37-43BD-AB67-FD0484EF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623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Session in DB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E13834-F91C-4B64-996D-6F807BAA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Хранится SHA-256 hash, не исходный token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13904-9610-4AD9-869F-AB373672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B369DE-2BF8-4FC1-BDCE-DD5D257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51292E-5798-4372-A228-3DEAC40B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86100"/>
            <a:ext cx="38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5523D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C5523D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474E72-8BFA-4E5E-9311-D56D0ADC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623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Rotation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79622-7F57-44B0-B67F-3B5ECAB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62400"/>
            <a:ext cx="1200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Refresh отзывает старую сессию и выдает новую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04003-064D-4874-9E34-39134E1A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D1D5BA-FBF8-42F0-A25F-F641F770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Новый login отзывает предыдущую активную refresh-сессию; logout удаляет cookie и инвалидирует серверную запись.</a:t>
            </a:r>
          </a:p>
        </p:txBody>
      </p:sp>
    </p:spTree>
    <p:extLst>
      <p:ext uri="{BB962C8B-B14F-4D97-AF65-F5344CB8AC3E}">
        <p14:creationId xmlns:p14="http://schemas.microsoft.com/office/powerpoint/2010/main" val="17236852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AFD44-B203-476E-8C69-1FC53018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553AC-D1E5-4249-930F-5597738F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BFEE6-1617-42FA-B7C6-F81BA848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6B70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A3E78-BE1F-409A-AADE-0E63CDFA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857B5-651F-4DF3-A6B5-E47CD17B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B70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6B70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4A469-B161-4AF0-85DC-490E4980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База данных фиксирует бизнес-правила ограничениями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2B11A-29FC-42E2-8DD4-7100D712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Важные инварианты продублированы на уровне PostgreSQL/EF Core, поэтому логика не держится только на frontend.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FEF7A-1D87-43C5-AF2A-E53DDABE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876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2891F-DA27-4A24-9F2F-6977269E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2D5CB-FF57-4D20-BFDC-A5E548DD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Сущности и ограничения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41D7B-2563-440A-816D-A8CF2CD4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08489-EA5D-4072-834B-E14520A9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956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email unique, passwordHash, domainLogin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9DF40-F63F-4B1D-BFD4-060DC8EA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909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Projects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F8287-D51B-4EA9-B0B2-F1864EB5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909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votesPerUser, resetPeriodDays, soft delete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B224B-76BA-44A7-95C6-E70FB7AA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ProjectMembers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98491-E2E3-4D1D-BC54-BF4F70D8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projectId + userId unique, role Member/Admin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9BDA9-BD87-4FAB-A8F2-DFF78DEC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14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Suggestions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277D4-1C62-427E-A579-367AD525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814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status New/InProgress/Accepted/Rejected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79FD0-27EE-48D7-8117-A09CF0D0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Votes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F8F85-1C43-4230-A9DA-7C88D959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suggestionId + userId unique, score = Up - Down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F9275-7352-4967-BDE0-120EB9C9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720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Drafts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1C4EC-1218-45E2-96ED-17422341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720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jsonb payload for suggestion/comment draft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77D4D-6077-40F5-AC6E-A7DEB495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38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AuthSessions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8A7BA-B1B7-4315-A48B-E0137E96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unique refreshTokenHash, one active session per user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BFA3DA-2868-4F8C-AD7F-E6162C4B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84BF0-2DC3-499F-A168-B772629E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EA3E0-DBCC-4D99-BE5F-CB0D1BD4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Почему это важно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F8FD44-E33D-41C6-A82C-AF44AA70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3C3B0-2F1C-4FD8-94AA-82D7CFD7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нельзя дважды вступить в проект тем же пользователем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820D67-EC35-4874-A896-FA7AB89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33EAFA-9527-4F5B-AE8E-4A79C160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нельзя создать несколько голосов за одно предложение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B63EE7-6710-44B9-85F4-67AC7015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B291AF-4AA9-454C-9DA6-3DEAF4FA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576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refresh token не хранится в открытом виде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87E2E9-BD3A-493F-9C34-8754A821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C47180-2EB5-4F9F-B500-A8FAAF1E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score не рассинхронизируется с голосами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DE7F8-F5BB-4E68-95F0-24ED9614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03E3CB-30F5-4903-9F9E-7315B319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577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черновики гибко хранят payload в jsonb</a:t>
            </a:r>
          </a:p>
        </p:txBody>
      </p:sp>
    </p:spTree>
    <p:extLst>
      <p:ext uri="{BB962C8B-B14F-4D97-AF65-F5344CB8AC3E}">
        <p14:creationId xmlns:p14="http://schemas.microsoft.com/office/powerpoint/2010/main" val="20728331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DE325-1F97-4F9F-AAE7-504C11D3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6A88C-CE7E-473A-9394-4595E480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645DD-B4D5-4AF5-96E7-2F062A7D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6B70"/>
                </a:solidFill>
                <a:latin typeface="Aptos"/>
                <a:ea typeface="Aptos"/>
                <a:cs typeface="Aptos"/>
              </a:rPr>
              <a:t>ПРОЕКТЫ И ПРЕДЛОЖЕНИЯ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42F1C-026B-4BE9-8430-76BA8A94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D2815-ACBD-4CC4-8DDA-E327D067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B70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6B70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C2358-3EE4-4768-BA85-99ED8A44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Основной сценарий строится вокруг проекта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8D2F1-16DE-4E0D-B372-2704547C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Проект задает участников, роли, настройки голосов и все связанные обсуждения.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69FDF-D245-4A1D-BD41-3918E8AF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AF0BB-14D6-446C-8419-C540C156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ED0D9-70AB-4C8D-8D78-4A0DD1A1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E9E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60D0F-F954-40B2-AA22-2A5D9773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23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создание, детали, dashboard, settings, soft delete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74890-5990-4FEF-86B9-1E650541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384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6134C-1233-4B84-8A09-CA449F9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6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B08CD-73A9-4163-AAEC-B64045E9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86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D865C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8EAE2-FB46-4B21-A033-AC08853A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123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роль Admin/Member, добавление и удаление участников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5EC2C-E29A-4D31-9C14-C7274097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384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D7457-E3A8-4591-A199-DD6AE65D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2C7E3-E010-4C42-B38B-83A49B14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89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892B"/>
                </a:solidFill>
                <a:latin typeface="Aptos"/>
                <a:ea typeface="Aptos"/>
                <a:cs typeface="Aptos"/>
              </a:rPr>
              <a:t>Suggestions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C21F7-8552-4B3D-B0C6-F85F9099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19500"/>
            <a:ext cx="123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CRUD, статусы, сортировка по score и createdAt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D7BBC-4686-4BA3-89EC-FA750DBF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8D57B-1D11-4D94-AFF5-9E52D8B6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53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C213C-E952-4D50-AEFA-83DF418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24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538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538D"/>
                </a:solidFill>
                <a:latin typeface="Aptos"/>
                <a:ea typeface="Aptos"/>
                <a:cs typeface="Aptos"/>
              </a:rPr>
              <a:t>Comments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34A52-17CA-4196-8317-11B8FD21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19500"/>
            <a:ext cx="123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обсуждение предложения, ответы через parentCommentId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4451A-5A57-4AF2-BF32-7EDF0C5B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EDBA4-6D88-4A3A-8FF0-E320B3E0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595EB-2A7E-4A41-B203-B65E2DC0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Drafts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52002-06F6-4A53-A0E5-29AEBD7B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123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сохранение незавершенных предложений и комментариев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48A84-C74A-4946-A850-EF5A0262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019F2-B7B6-4BAF-8D54-25A48977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Основной пользовательский сценарий: создать проект -&gt; добавить участников -&gt; создать предложение -&gt; проголосовать -&gt; обсудить -&gt; сохранить черновик.</a:t>
            </a:r>
          </a:p>
        </p:txBody>
      </p:sp>
    </p:spTree>
    <p:extLst>
      <p:ext uri="{BB962C8B-B14F-4D97-AF65-F5344CB8AC3E}">
        <p14:creationId xmlns:p14="http://schemas.microsoft.com/office/powerpoint/2010/main" val="1539586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0709D5-C43E-43E2-A451-400A46D1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5CAE1-6699-44A1-887E-774BF786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13624-4A52-4A80-86E8-4B689BEA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6B70"/>
                </a:solidFill>
                <a:latin typeface="Aptos"/>
                <a:ea typeface="Aptos"/>
                <a:cs typeface="Aptos"/>
              </a:rPr>
              <a:t>ГОЛОСОВАНИЕ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F2C34-82DE-4D20-9B1C-D98A6FCB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69D4E-7E6C-4220-92F1-CA7D64E6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B70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6B70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417C4-E1DF-41B7-AE5D-B98D5157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Голосование ограничено квотой пользователя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37AB3-C425-4779-8D9F-65307F8F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Голос это ресурс проекта: backend считает остаток, период сброса и конфликт при превышении лимита.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FBCF2-E9F8-421D-869A-7A0B461D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8D502-3E4E-4808-B207-968038A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81B20-878D-496A-AAF8-7F2C93A1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326E4-CD39-4488-95E6-5945367F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892B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D8892B"/>
                </a:solidFill>
                <a:latin typeface="Aptos Mono"/>
                <a:ea typeface="Aptos Mono"/>
                <a:cs typeface="Aptos Mono"/>
              </a:rPr>
              <a:t>score = Up - Down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4B5AB-62AB-4995-8AF3-718FBF5A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Значение не хранится отдельным полем, а вычисляется из голосов.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926F6-8627-4436-A960-152E170F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4381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8D702-EB3F-4533-BB88-CA0026E6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F7AFC-5593-4193-93EC-175529F2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Quota 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98909-8886-4F14-9FE4-371B58D4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A9C38-EF0D-4949-AE15-5C73E60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95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FBC35-D627-493E-9D73-086B36A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VotesPerUser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53CD7-A226-4BF8-8AB3-98AFE4E7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338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7AFC7-2000-4CA3-BCE1-17D5FF49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95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A464C-019E-43E8-8F5F-4BE35DC1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Votes in period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12833-F2F8-405B-B22C-F92F6B24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338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6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891D6-151F-42D2-8F79-B1AD5B09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9525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3E26F-B73D-43F3-81CF-2D889B54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91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NextResetAtUtc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0C3E8-9F71-476E-BE6E-823B1B79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Если лимит превышен, API возвращает 409 Conflict с кодом VoteLimitExceeded и данными о следующем сбросе.</a:t>
            </a:r>
          </a:p>
        </p:txBody>
      </p:sp>
    </p:spTree>
    <p:extLst>
      <p:ext uri="{BB962C8B-B14F-4D97-AF65-F5344CB8AC3E}">
        <p14:creationId xmlns:p14="http://schemas.microsoft.com/office/powerpoint/2010/main" val="16769084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8115D7-ED69-4C4C-AB70-A15CF55D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79BBB-7448-4716-9278-23CC0427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FC85F-75B5-43E2-86E7-1E4B66B6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6B70"/>
                </a:solidFill>
                <a:latin typeface="Aptos"/>
                <a:ea typeface="Aptos"/>
                <a:cs typeface="Aptos"/>
              </a:rPr>
              <a:t>ГОТОВНОСТЬ К ДЕМОНСТРАЦИИ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46152-50C8-45D3-A20E-CEA23C51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23301-6BEE-42B4-BAFE-D7206A1D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B70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666B70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A7EF7-0474-4994-A1D9-9F7B9766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Backend можно защищать через архитектуру и живой стенд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0E8AE-389E-462C-B9D0-DF234376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Ключевые элементы готовности: контракт API, надежность данных и контролируемая авторизация.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0CCE5-FBD6-40F4-8AB6-AEC56623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76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215BC-0CEB-44C9-94B2-582F68B9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221E2-C2A0-4467-B30D-F4803BC1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Запуск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D9287-C557-4A00-805E-C51063E9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docker compose -f docker-compose.dev.yml up --build</a:t>
            </a:r>
          </a:p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API: http://localhost:5227</a:t>
            </a:r>
          </a:p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Swagger: /swagger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B3102-E665-4333-AEAB-2BDDA714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76550"/>
            <a:ext cx="276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9A474-EC40-4D8A-8E1A-5BDB66E4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765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6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9F5FE-4250-420E-BB8C-7FF8720B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Проверка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4740E-7A2D-48FC-9673-8C11F585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814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GET /health</a:t>
            </a:r>
          </a:p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EF Core migrations on startup</a:t>
            </a:r>
          </a:p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666B70"/>
                </a:solidFill>
                <a:latin typeface="Aptos Mono"/>
                <a:ea typeface="Aptos Mono"/>
                <a:cs typeface="Aptos Mono"/>
              </a:rPr>
              <a:t>PostgreSQL healthcheck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99BAD-F72D-4C04-84DB-D5B339BA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2762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4EADC-EFF0-4CC6-891A-2F4E706E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5B704-2ED2-43F5-A40B-C108905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02124"/>
                </a:solidFill>
                <a:latin typeface="Georgia"/>
                <a:ea typeface="Georgia"/>
                <a:cs typeface="Georgia"/>
              </a:rPr>
              <a:t>Демо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36A7F-3675-4672-B450-4CF978E4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test@test.local / password</a:t>
            </a:r>
          </a:p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admin@test.local / password</a:t>
            </a:r>
          </a:p>
          <a:p xmlns:a="http://schemas.openxmlformats.org/drawingml/2006/main">
            <a:pPr algn="l">
              <a:defRPr sz="938" b="0">
                <a:solidFill>
                  <a:srgbClr val="666B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6B70"/>
                </a:solidFill>
                <a:latin typeface="Aptos"/>
                <a:ea typeface="Aptos"/>
                <a:cs typeface="Aptos"/>
              </a:rPr>
              <a:t>refresh cookie in browser devtools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3D689-E429-42A9-8B9C-C9DFE75E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EFEFF-588E-44A8-B7BB-40C322F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Backend делает совместную работу проверяемой через роли, ограничения базы, API-контракт и серверные сессии.</a:t>
            </a:r>
          </a:p>
        </p:txBody>
      </p:sp>
    </p:spTree>
    <p:extLst>
      <p:ext uri="{BB962C8B-B14F-4D97-AF65-F5344CB8AC3E}">
        <p14:creationId xmlns:p14="http://schemas.microsoft.com/office/powerpoint/2010/main" val="582062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2026-05-19T17:35:03.9370000Z</dcterms:created>
  <dcterms:modified xsi:type="dcterms:W3CDTF">2026-05-19T17:35:03.9370000Z</dcterms:modified>
</coreProperties>
</file>